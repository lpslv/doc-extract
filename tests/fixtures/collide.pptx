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Naming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image.png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image.png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640x480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608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plan</a:t>
            </a:r>
          </a:p>
        </p:txBody>
      </p:sp>
      <p:pic>
        <p:nvPicPr>
          <p:cNvPr id="3" name="Picture 2" descr="Site pl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2743200" cy="2057400"/>
          </a:xfrm>
          <a:prstGeom prst="rect">
            <a:avLst/>
          </a:prstGeom>
        </p:spPr>
      </p:pic>
      <p:pic>
        <p:nvPicPr>
          <p:cNvPr id="4" name="Picture 3" descr="Site pl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463040"/>
            <a:ext cx="2743200" cy="205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Site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