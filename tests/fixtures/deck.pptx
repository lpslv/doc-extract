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1240</c:v>
                </c:pt>
                <c:pt idx="1">
                  <c:v>1310</c:v>
                </c:pt>
                <c:pt idx="2">
                  <c:v>1180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890</c:v>
                </c:pt>
                <c:pt idx="1">
                  <c:v>902</c:v>
                </c:pt>
                <c:pt idx="2">
                  <c:v>951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Photo taken during the site visit.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Site Photograph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43000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and Cost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143000" cy="1143000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